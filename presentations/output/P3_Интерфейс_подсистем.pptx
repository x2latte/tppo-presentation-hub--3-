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822960"/>
            <a:ext cx="3200400" cy="3200400"/>
          </a:xfrm>
          <a:prstGeom prst="ellipse">
            <a:avLst/>
          </a:prstGeom>
          <a:solidFill>
            <a:srgbClr val="EA580C">
              <a:alpha val="20000"/>
            </a:srgbClr>
          </a:solidFill>
          <a:ln w="12700">
            <a:solidFill>
              <a:srgbClr val="EA580C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566160"/>
            <a:ext cx="2377440" cy="2377440"/>
          </a:xfrm>
          <a:prstGeom prst="ellipse">
            <a:avLst/>
          </a:prstGeom>
          <a:solidFill>
            <a:srgbClr val="FFEDD5">
              <a:alpha val="13000"/>
            </a:srgbClr>
          </a:solidFill>
          <a:ln w="12700">
            <a:solidFill>
              <a:srgbClr val="FFEDD5">
                <a:alpha val="1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 подсистем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Subsystem Interfaces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ТППО: «Личный кабинет для клиентов компании»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A1424"/>
          </a:solidFill>
          <a:ln w="12700">
            <a:solidFill>
              <a:srgbClr val="0A14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B9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Выполнила: Ломазина А., гр.22307   |   Руководитель: Корзун Д.Ж.   |   ИМИТ ПетрГУ, 2024/25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такое интерфейс подсистемы?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Понятие интерфейса-контракта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— это четко определенная граница взаимодействия (стык) между независимыми частями системы. Он выступает в роли контракта: одна сторона обязуется предоставить данные строго определенного формата, а вторая — принять их.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проектировать интерфейсы?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инкапсуляция: скрытие деталей реализации подсистемы.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Слабая связанность: замена бэкенда не ломает верстку фронтенда.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Параллельная разработка команд по заранее согласованным мокам.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Подсистемы в проекте client-portal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Web / Mobile Frontend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Клиентская часть на React. Отправляет JSON-запросы на Backend API, отрисовывает UI, рендерит чат и загружает файлы.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663440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Backend API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00600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Серверное ядро на Node.js (Express). Отвечает за роутинг, валидацию данных, JWT-авторизацию и фоновые задачи.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84048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PostgreSQL Database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Основная реляционная БД портала. Хранит учетные записи пользователей, сессии чата, логи синхронизации и тикеты.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S3 Storage MinIO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Объектное хранилище для тяжелых вложений (скриншоты ошибок, базы данных 1С клиентов, логи, отчеты).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4048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1208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WebSocket Service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Служба мгновенной доставки сообщений и нотификаций. Держит постоянное дуплексное сетевое соединение.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0600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Sync &amp; 1C Simulator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Внешняя база-реплика и фоновые процессы обмена, симулирующие учетный контур 1С на предприятии.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Стыковка подсистем: спецификация интерфейсов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3529584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 подсистем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Протокол / Стык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Характер передачи данных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↔ Backend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 (HTTP,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Синхронный (запрос-ответ)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↔ WebSocket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 (WS,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Асинхронный дуплексный (push)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↔ PostgreSQL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/ PostgreSQL Driver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Синхронный пул соединений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↔ S3 MinIO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SDK S3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Синхронный (запросы presigned URLs)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↔ S3 MinIO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PUT / Direct binary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Прямая бинарная загрузка в обход 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↔ 1C Replica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/ pg Client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Асинхронная очередь (Outbox pattern)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компонентов UML (Component Diagram)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Web / Mobile 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(Frontend)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0" y="100584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10058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Backend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(Node.js + Express)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0058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Internal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(PostgreSQL)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0" y="26517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6517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S3 Storage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(MinIO)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5176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Sync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(Inbound/Outbox)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283464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834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External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E36"/>
                </a:solidFill>
              </a:rPr>
              <a:t>(1C Simulation)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68880" y="1463040"/>
            <a:ext cx="731520" cy="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0" y="1463040"/>
            <a:ext cx="731520" cy="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1920240"/>
            <a:ext cx="0" cy="73152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0160" y="1920240"/>
            <a:ext cx="0" cy="73152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0" y="3108960"/>
            <a:ext cx="640080" cy="0"/>
          </a:xfrm>
          <a:prstGeom prst="line">
            <a:avLst/>
          </a:prstGeom>
          <a:noFill/>
          <a:ln w="12700">
            <a:solidFill>
              <a:srgbClr val="EA580C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Спецификация REST API: /api/tickets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  <a:gridCol w="352958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Метод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URL-путь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Описание операции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page, status, 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Получить постраничный список обращений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Создать новое обращение клиента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/api/tickets/:id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(uuid)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Получить полную карточку обращения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/api/tickets/:id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id, title, 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Обновить поля обращения (locking)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/api/tickets/:id/chat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(uuid)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Получить историю сообщений в чате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API: Безопасность и Middleware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JWT-токенов (Auth Middleware)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защищенный роут API проходит проверку в промежуточном слое `verifyToken`. Он считывает заголовок `Authorization: Bearer &lt;token&gt;`, валидирует подпись и извлекает `userId` и `role`, прикрепляя их к объекту запроса `req.user`.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Безопасное разграничение ролей (RBAC)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Роуты `/api/tickets` доступны клиенту для чтения только своих обращений.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Роуты `/api/manager/*` доступны только пользователям с флагом `role='manager'`.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Любые несанкционированные попытки доступа блокируются ошибками 401 Unauthorized или 403 Forbidden.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 реального времени: WebSocket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Протокол и подключение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обеспечивает постоянный двусторонний обмен данными без оверхеда HTTP-заголовков. При открытии карточки тикета клиент подключается к сокет-серверу и подписывается на комнату `ticket:&lt;ticketId&gt;`, отправляя событие `join`.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События WebSocket-сервиса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`message:send` — отправка нового сообщения в чат тикета.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`message:receive` — получение сообщения от собеседника в реальном времени.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`ticket:status_changed` — push-оповещение клиента о смене статуса обращения менеджером или базой 1С.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 хранилища файлов: S3 Presigned URLs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классического подхода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 файлы загружают на бэкенд API-сервера, а тот перекладывает их в хранилище. Это забивает дисковый кэш, перегружает оперативную память Node.js бинарным буфером данных и блокирует поток событий (Event Loop) при загрузке тяжелых логов или баз 1С.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Решение: Временные ссылки S3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Фронтенд шлет запрос на `/api/files/presigned-put`.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Бэкенд за миллисекунду генерирует криптографически подписанный URL с лимитом жизни 15 минут.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Фронтенд шлет бинарный файл напрямую в корзину MinIO. Бэкенд не нагружается.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 СУБД: Drizzle ORM + Пул соединений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Пул соединений (Connection Pool)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TCP-соединения с Postgres на каждый запрос — дорогая операция. Бэкенд инициализирует пул соединений `node-postgres` с лимитом от 10 до 20 активных сессий. Это позволяет мгновенно выполнять SQL-запросы за счет повторного использования открытых сокетов.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Drizzle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Полная типобезопасность возвращаемых строк.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Отсутствие оверхеда традиционных тяжелых ORM (код Drizzle компилируется в эффективные нативные сырые SQL-запросы).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Автоматическое управление миграциями и версионированием таблиц.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 с 1С: Асинхронный Outbox Pattern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синхронной интеграции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при нажатии кнопки 'Создать тикет' слать запрос напрямую в 1С по HTTP REST: при сбое связи, перегрузке или плановом перезапуске 1С клиент получит ошибку 500, а тикет будет потерян. Это недопустимо для бизнес-системы.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Асинхронное решение Outbox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Тикет и событие в таблицу `outbox` пишутся в локальный Postgres в рамках одной ACID транзакции.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Фоновый воркер Node.js раз в 5с шлет события в симулятор 1С.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При успехе ставит статус `processed`. При сбое повторяет попытку с задержкой.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стыков: CORS, Rate Limiting и Валидация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Limiting (Защита от DOS)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злоумышленники не завалили базу запросами и не перегрузили СУБД, на бэкенде включен `express-rate-limit`. Ограничение: максимум 150 запросов в 1 минуту с одного IP-адреса. Для роутов отправки SMS-кодов лимит еще жестче: 3 запроса в минуту.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Cross-Origin Resource Sharing (CORS)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принимает запросы только со строго разрешенного списка доменов (White List), прописанных в переменной `CORS_ALLOWED_ORIGINS`. Попытки отправки AJAX-запросов со сторонних вредоносных фишинговых сайтов блокируются на уровне браузера.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Гибкость и заменяемость интерфейсов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Замена S3-провайдера за 1 минуту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Поскольку загрузка файлов спроектирована по стандартному протоколу AWS S3 API, мы можем заменить локальный контейнер MinIO на коммерческое Яндекс.Облако (Yandex Object Storage) без изменения единой строчки кода бэкенда — просто изменив `S3_ENDPOINT` в `.env`.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Масштабирование бэкенда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как бэкенд спроектирован по принципу 'Stateless' (состояние сессии не хранится в памяти Node.js, а пишется в СУБД Postgres), мы можем запустить 5 параллельных контейнеров Express за балансировщиком Nginx для распределения нагрузки.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Отказоустойчивость интерфейсов и сбои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Сбои сетевого подключения (Offline-First WS)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отсутствии интернета во время отправки сообщений по WebSocket, чат-клиент временно сохраняет сообщение в LocalStorage и включает статус 'Ожидание сети'. После реконнекта сокета сообщения отправляются автоматически с сохранением исходного порядка.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Конфликты API (Optimistic Locking)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клиент и менеджер редактируют одно обращение через REST-интерфейс одновременно, бэкенд сверяет поле 'version'. Первая транзакция успешно фиксируется, а второй возвращается код ошибки 409 Conflict с предложением обновить форму.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по теме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3918204"/>
            <a:ext cx="8375904" cy="960120"/>
          </a:xfrm>
          <a:prstGeom prst="roundRect">
            <a:avLst>
              <a:gd name="adj" fmla="val 9524"/>
            </a:avLst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918204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интерфейсов подсистем является центральным ядром архитектуры «Личного кабинета». Благодаря четкому разделению на 6 подсистем и стандартизации их контрактов (REST JSON, WebSocket events, S3 API), нам удалось построить отказоустойчивую, безопасную и слабосвязанную систему. Асинхронная интеграция с 1С через Outbox гарантирует сохранность заявок клиентов даже при падении или сбоях учетной базы предприятия.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P3 — Интерфейс подсистем</dc:title>
  <dc:subject>PptxGenJS Presentation</dc:subject>
  <dc:creator>Ломазина Александра, гр.22307</dc:creator>
  <cp:lastModifiedBy>Ломазина Александра, гр.22307</cp:lastModifiedBy>
  <cp:revision>1</cp:revision>
  <dcterms:created xsi:type="dcterms:W3CDTF">2026-06-24T11:04:15Z</dcterms:created>
  <dcterms:modified xsi:type="dcterms:W3CDTF">2026-06-24T11:04:15Z</dcterms:modified>
</cp:coreProperties>
</file>