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3657600" cy="36576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E94560">
              <a:alpha val="4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49808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Тема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Интерфейс подсистем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Subsystem Interfaces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364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 ТППО: «Личный кабинет для клиентов компании»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62272"/>
            <a:ext cx="822960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Выполнила: Ломазина Александра, гр 22307   |   Руководитель: Корзун Дмитрий Жоржевич   |   ИМИТ ПетрГУ,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Постановка задачи моделирования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практической задачи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Обеспечить стабильное взаимодействие Frontend, Backend, двух баз PostgreSQL, MinIO и внешней системы 1С.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Конкретная задача моделирования: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Описать интерфейсы (контракты) между всеми подсистемами для достижения слабой связанности, масштабируемости и отказоустойчивости.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интерфейс подсистемы?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Понятие интерфейса-контракта и зачем его проектировать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Интерфейс — это четко определенная граница взаимодействия (стык) между независимыми частями системы. Он выступает в роли контракта: одна сторона обязуется предоставить данные строго определенного формата, а вторая — принять их.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Зачем проектировать интерфейсы?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Полная инкапсуляция: скрытие деталей реализации подсистемы.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Слабая связанность: замена бэкенда не ломает верстку фронтенда.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Параллельная разработка команд по заранее согласованным мокам.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Подсистемы в проекте client-portal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89611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Web / Mobile 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1207008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Клиентская часть на React. Отправляет JSON-запросы на Backend API, отрисовывает UI, рендерит чат и загружает файлы.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822960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D4EDDA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89611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Backend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207008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Серверное ядро на Node.js (Express). Отвечает за роутинг, валидацию данных, JWT-авторизацию и фоновые задачи.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226564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2299716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PostgreSQL Database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610612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Основная реляционная БД портала. Хранит учетные записи пользователей, сессии чата, логи синхронизации и тикеты.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226564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D4EDDA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299716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S3 Storage MinIO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610612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Объектное хранилище для тяжелых вложений (скриншоты ошибок, базы данных 1С клиентов, логи, отчеты).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630168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" y="370332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WebSocket 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014216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Служба мгновенной доставки сообщений и нотификаций. Держит постоянное дуплексное сетевое соединение.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630168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D4EDDA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70332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Sync &amp; 1C Simulator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4014216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Внешняя база-реплика и фоновые процессы обмена, симулирующие учетный контур 1С на предприятии.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Стыковка подсистем: спецификация интерфейсов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529584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Пара подсистем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Протокол / Стык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Характер передачи данных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 ↔ Backend API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REST API (HTTP, JSON)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Синхронный (запрос-ответ)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 ↔ WebSocket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WebSocket (WS, JSON)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Асинхронный дуплексный (push)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Backend ↔ PostgreSQL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TCP / PostgreSQL Driver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Синхронный пул соединений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Backend ↔ S3 MinIO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AWS SDK S3 API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Синхронный (запросы presigned URLs)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 ↔ S3 MinIO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HTTP PUT / Direct binary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Прямая бинарная загрузка в обход API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Backend ↔ 1C Replica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PostgreSQL / pg Client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Асинхронная очередь (Outbox pattern)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Диаграмма компонентов UML (Component Diagram)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8F4F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Web / Mobile 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(Frontend)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8F4F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005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Backend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(Node.js + Express)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8F4F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Internal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(PostgreSQL)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6517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8F4F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651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S3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(MinIO)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F4F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Sync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(Inbound/Outbox)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834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8F4F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834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External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(1C Simulation)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463040"/>
            <a:ext cx="731520" cy="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463040"/>
            <a:ext cx="731520" cy="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1920240"/>
            <a:ext cx="0" cy="73152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1920240"/>
            <a:ext cx="0" cy="73152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108960"/>
            <a:ext cx="640080" cy="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Спецификация REST API: /api/tickets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1645920"/>
                <a:gridCol w="3529584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Метод HTTP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URL-путь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Параметры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Описание операции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/api/tickets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page, status, search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Получить постраничный список обращений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/api/tickets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title, description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Создать новое обращение клиента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/api/tickets/:id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 (uuid)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Получить полную карточку обращения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/api/tickets/:id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id, title, version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Обновить поля обращения (locking)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/api/tickets/:id/chat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 (uuid)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Получить историю сообщений в чате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API: Безопасность и Middleware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Аутентификация, RBAC и защита API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 JWT-токенов (Auth Middleware):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Каждый защищенный роут API проходит проверку в промежуточном слое `verifyToken`. Он считывает заголовок `Authorization: Bearer &lt;token&gt;`, валидирует подпись и извлекает `userId` и `role`, прикрепляя их к объекту запроса `req.user`.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Безопасное разграничение ролей (RBAC):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Роуты `/api/tickets` доступны клиенту для чтения только своих обращений.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Роуты `/api/manager/*` доступны только пользователям с флагом `role='manager'`.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Любые несанкционированные попытки доступа блокируются ошибками 401 Unauthorized или 403 Forbidden.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Интерфейс реального времени: WebSocket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Протокол, подключение и события WebSocket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WebSocket обеспечивает постоянный двусторонний обмен данными без оверхеда HTTP-заголовков. При открытии карточки тикета клиент подключается к сокет-серверу и подписывается на комнату `ticket:&lt;ticketId&gt;`, отправляя событие `join`.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События WebSocket-сервиса: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`message:send` — отправка нового сообщения в чат тикета.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`message:receive` — получение сообщения от собеседника в реальном времени.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`ticket:status_changed` — push-оповещение клиента о смене статуса обращения менеджером или базой 1С.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Интерфейс хранилища файлов: S3 Presigned URLs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классического подхода и решение через presigned URLs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Обычно файлы загружают на бэкенд API-сервера, а тот перекладывает их в хранилище. Это забивает дисковый кэш, перегружает оперативную память Node.js бинарным буфером данных и блокирует поток событий (Event Loop) при загрузке тяжелых логов или баз 1С.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Решение: Временные ссылки S3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Фронтенд шлет запрос на `/api/files/presigned-put`.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Бэкенд за миллисекунду генерирует криптографически подписанный URL с лимитом жизни 15 минут.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Фронтенд шлет бинарный файл напрямую в корзину MinIO. Бэкенд не нагружается.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Интерфейс СУБД: Drizzle ORM + Пул соединений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Пул соединений и преимущества Drizzle 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Создание TCP-соединения с Postgres на каждый запрос — дорогая операция. Бэкенд инициализирует пул соединений `node-postgres` с лимитом от 10 до 20 активных сессий. Это позволяет мгновенно выполнять SQL-запросы за счет повторного использования открытых сокетов.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Преимущества Drizzle ORM: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Полная типобезопасность возвращаемых строк.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Отсутствие оверхеда традиционных тяжелых ORM (код Drizzle компилируется в эффективные нативные сырые SQL-запросы).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Автоматическое управление миграциями и версионированием таблиц.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Интеграция с 1С: Асинхронный Outbox Pattern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синхронной интеграции и решение Outbox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Если при нажатии кнопки 'Создать тикет' слать запрос напрямую в 1С по HTTP REST: при сбое связи, перегрузке или плановом перезапуске 1С клиент получит ошибку 500, а тикет будет потерян. Это недопустимо для бизнес-системы.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Асинхронное решение Outbox: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Тикет и событие в таблицу `outbox` пишутся в локальный Postgres в рамках одной ACID транзакции.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Фоновый воркер Node.js раз в 5с шлет события в симулятор 1С.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При успехе ставит статус `processed`. При сбое повторяет попытку с задержкой.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Защита стыков: CORS, Rate Limiting и Валидация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Ограничение запросов и контроль источников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Limiting (Защита от DOS):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Чтобы злоумышленники не завалили базу запросами и не перегрузили СУБД, на бэкенде включен `express-rate-limit`. Ограничение: максимум 150 запросов в 1 минуту с одного IP-адреса. Для роутов отправки SMS-кодов лимит еще жестче: 3 запроса в минуту.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Cross-Origin Resource Sharing (CORS):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Бэкенд принимает запросы только со строго разрешенного списка доменов (White List), прописанных в переменной `CORS_ALLOWED_ORIGINS`. Попытки отправки AJAX-запросов со сторонних вредоносных фишинговых сайтов блокируются на уровне браузера.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Гибкость и заменяемость интерфейсов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Замена S3-провайдера и масштабирование бэкенда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Замена S3-провайдера за 1 минуту: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Поскольку загрузка файлов спроектирована по стандартному протоколу AWS S3 API, мы можем заменить локальный контейнер MinIO на коммерческое Яндекс.Облако (Yandex Object Storage) без изменения единой строчки кода бэкенда — просто изменив `S3_ENDPOINT` в `.env`.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Масштабирование бэкенда: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Так как бэкенд спроектирован по принципу 'Stateless' (состояние сессии не хранится в памяти Node.js, а пишется в СУБД Postgres), мы можем запустить 5 параллельных контейнеров Express за балансировщиком Nginx для распределения нагрузки.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Отказоустойчивость интерфейсов и сбои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Сбои сети и конфликты API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Сбои сетевого подключения (Offline-First WS):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 отсутствии интернета во время отправки сообщений по WebSocket, чат-клиент временно сохраняет сообщение в LocalStorage и включает статус 'Ожидание сети'. После реконнекта сокета сообщения отправляются автоматически с сохранением исходного порядка.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Конфликты API (Optimistic Locking):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Если клиент и менеджер редактируют одно обращение через REST-интерфейс одновременно, бэкенд сверяет поле 'version'. Первая транзакция успешно фиксируется, а второй возвращается код ошибки 409 Conflict с предложением обновить форму.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 по теме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193024" cy="4027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Проектирование интерфейсов подсистем является центральным ядром архитектуры «Личного кабинета». Благодаря четкому разделению на 6 подсистем и стандартизации их контрактов (REST JSON, WebSocket events, S3 API), нам удалось построить отказоустойчивую, безопасную и слабосвязанную систему. Асинхронная интеграция с 1С через Outbox гарантирует сохранность заявок клиентов даже при падении или сбоях учетной базы предприятия.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— Интерфейс подсистем</dc:title>
  <dc:subject>PptxGenJS Presentation</dc:subject>
  <dc:creator>Ломазина Александра, гр 22307</dc:creator>
  <cp:lastModifiedBy>Ломазина Александра, гр 22307</cp:lastModifiedBy>
  <cp:revision>1</cp:revision>
  <dcterms:created xsi:type="dcterms:W3CDTF">2026-06-24T12:29:36Z</dcterms:created>
  <dcterms:modified xsi:type="dcterms:W3CDTF">2026-06-24T12:29:36Z</dcterms:modified>
</cp:coreProperties>
</file>